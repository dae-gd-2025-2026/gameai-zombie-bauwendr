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BE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5910760-1639-43DB-9710-41F6CD8801F0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B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B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B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B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B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B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B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B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BE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BE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B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B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B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4DABC3E-2F15-44BF-97DD-E370D9DB79F6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BE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BE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B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B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B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EC5E4B2-6954-431F-9817-5E8E4B847F7C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BE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BE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B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B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B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E0040C8-5BE2-4CC6-952F-AA666655B254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BE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BE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A3D8E9-BB04-4FCE-93BB-BF037FC1405C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BE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BE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B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B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B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BE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B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B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B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14B5FDC-C2BC-4A0E-BB1A-A8DCF499F742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BE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BE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BE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B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B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B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BE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BE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B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B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B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1C9886-4B10-478E-B18D-01E95E2C0D05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BE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9846506-62AD-443E-BB41-EB5C1A7A06FF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B3FAB4-598A-4023-B32B-7CFAFC5B27A9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BE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BE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BE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B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B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BE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5645AA-13C2-4CA6-B8D5-0651A4D702FF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BE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BE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B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BE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BE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B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BE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BE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BE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B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BE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BE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5A559C0-F7A9-4317-8C4A-609FB5CA57F8}" type="slidenum">
              <a:rPr lang="en-B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GPP Exam: Zombie AI</a:t>
            </a:r>
            <a:endParaRPr lang="en-BE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400" b="0" i="1" u="none" strike="noStrike">
                <a:solidFill>
                  <a:schemeClr val="lt1">
                    <a:lumMod val="75000"/>
                  </a:schemeClr>
                </a:solidFill>
                <a:effectLst/>
                <a:uFillTx/>
                <a:latin typeface="Calibri"/>
              </a:rPr>
              <a:t>Bauwen De Ron 2DAE19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Decision Making</a:t>
            </a:r>
            <a:endParaRPr lang="en-BE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" name=""/>
          <p:cNvPicPr/>
          <p:nvPr/>
        </p:nvPicPr>
        <p:blipFill>
          <a:blip r:embed="rId1"/>
          <a:stretch/>
        </p:blipFill>
        <p:spPr>
          <a:xfrm>
            <a:off x="1035720" y="1440000"/>
            <a:ext cx="8864280" cy="4962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Enemy handling</a:t>
            </a:r>
            <a:endParaRPr lang="en-BE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Each movement tree node also has an evade blended in for each zombie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When a zombie gets too close (500 for shotgun, 800 for pistol) The survivor faces them and then shoots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i="1" u="none" strike="noStrike">
                <a:solidFill>
                  <a:schemeClr val="lt1">
                    <a:lumMod val="75000"/>
                  </a:schemeClr>
                </a:solidFill>
                <a:effectLst/>
                <a:uFillTx/>
                <a:latin typeface="Calibri"/>
              </a:rPr>
              <a:t>USE IMAGES/GIFS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Inventory</a:t>
            </a:r>
            <a:endParaRPr lang="en-BE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Each perceived item is remembered (TArray)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Fixed inventory slots (0=medkit, 1=weapon, other=food)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Items are used when health or stamina threshold is reached based on the items value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Items are thrown away after a use when their value is 0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Movement - Steering</a:t>
            </a:r>
            <a:endParaRPr lang="en-BE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Sprint only used when using seek (only when destination is known)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Blended steering using: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Seek (optional)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Wander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Evade (one for each remembered zombie)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Flee (one for each purge zone)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Movement - Exploration</a:t>
            </a:r>
            <a:endParaRPr lang="en-BE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All perceived houses are remembered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When no pickups are needed seek the closest unvisited house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When inside spin and add to visited houses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No items and no houses left? Then we just wander around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bfbfbf"/>
              </a:buClr>
              <a:buFont typeface="Arial"/>
              <a:buChar char="•"/>
            </a:pPr>
            <a:r>
              <a:rPr lang="en-US" sz="2800" b="0" i="1" u="none" strike="noStrike">
                <a:solidFill>
                  <a:schemeClr val="lt1">
                    <a:lumMod val="75000"/>
                  </a:schemeClr>
                </a:solidFill>
                <a:effectLst/>
                <a:uFillTx/>
                <a:latin typeface="Calibri"/>
              </a:rPr>
              <a:t>USE IMAGES/GIFS</a:t>
            </a: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B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</TotalTime>
  <Application>LibreOffice/25.8.7.3$Linux_X86_64 LibreOffice_project/580$Build-3</Application>
  <AppVersion>15.0000</AppVersion>
  <Words>152</Words>
  <Paragraphs>18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2021-12-17T12:45:32Z</dcterms:created>
  <dc:creator>Vandaele Yosha</dc:creator>
  <dc:description/>
  <dc:language>en-GB</dc:language>
  <cp:lastModifiedBy/>
  <dcterms:modified xsi:type="dcterms:W3CDTF">2026-06-07T19:10:01Z</dcterms:modified>
  <cp:revision>4</cp:revision>
  <dc:subject/>
  <dc:title>GPP Exam: Zombie AI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  <property fmtid="{D5CDD505-2E9C-101B-9397-08002B2CF9AE}" pid="5" name="PresentationFormat">
    <vt:lpwstr>Widescreen</vt:lpwstr>
  </property>
  <property fmtid="{D5CDD505-2E9C-101B-9397-08002B2CF9AE}" pid="6" name="Slides">
    <vt:i4>7</vt:i4>
  </property>
</Properties>
</file>