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AAD1A6-8665-4313-904D-CE0FB5A6D922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F1293C-6A19-4CE6-852B-98E2E3231D6E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CF2AAD-7B52-48E2-853E-17871AFD663F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GB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D29958-A861-48B8-A9E7-30903B1AB94E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B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B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694AFA-B145-4FEE-B950-903FB2CB1927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F7C048-642A-4CB5-9DB3-46F1D84EB09C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0ECA5C-EA0F-4191-9D8A-61A233353CC3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GB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29FEF5-4537-4BCE-B942-F39C87D1823A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7B57B1-4CCD-4491-882D-FC1F4F7D3DD4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96F340-AC5C-4BCF-897A-14B8A19B1CC7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1B245F-C077-4693-AD0C-FAE907A50A3F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GPP Exam: Zombie AI</a:t>
            </a:r>
            <a:endParaRPr lang="en-GB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280" cy="165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i="1" u="none" strike="noStrike">
                <a:solidFill>
                  <a:schemeClr val="lt1">
                    <a:lumMod val="75000"/>
                  </a:schemeClr>
                </a:solidFill>
                <a:effectLst/>
                <a:uFillTx/>
                <a:latin typeface="Calibri"/>
              </a:rPr>
              <a:t>Bauwen De Ron 2DAE19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Decision Making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"/>
          <p:cNvPicPr/>
          <p:nvPr/>
        </p:nvPicPr>
        <p:blipFill>
          <a:blip r:embed="rId1"/>
          <a:stretch/>
        </p:blipFill>
        <p:spPr>
          <a:xfrm>
            <a:off x="1035720" y="1440000"/>
            <a:ext cx="8863920" cy="496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Enemy handling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Each movement tree node also has an evade blended in for each zombie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When a zombie gets too close (500 for shotgun, 800 for pistol) The survivor faces them and then shoots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i="1" u="none" strike="noStrike">
                <a:solidFill>
                  <a:schemeClr val="lt1">
                    <a:lumMod val="75000"/>
                  </a:schemeClr>
                </a:solidFill>
                <a:effectLst/>
                <a:uFillTx/>
                <a:latin typeface="Calibri"/>
              </a:rPr>
              <a:t>USE IMAGES/GIFS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Inventory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Each perceived item is remembered (TArray)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Fixed inventory slots (0=medkit, 1=weapon, other=food)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Items are used when health or stamina threshold is reached based on the items value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Items are thrown away after a use when their value is 0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Movement - Steering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Sprint only used when using seek (only when destination is known)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Blended steering using: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Seek (optional)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Wander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Evade (one for each remembered zombie)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Movement - Exploration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All perceived houses are remembered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When no pickups are needed seek the closest unvisited house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When inside spin and add to visited houses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No items and no houses left? Then we just wander around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i="1" u="none" strike="noStrike">
                <a:solidFill>
                  <a:schemeClr val="lt1">
                    <a:lumMod val="75000"/>
                  </a:schemeClr>
                </a:solidFill>
                <a:effectLst/>
                <a:uFillTx/>
                <a:latin typeface="Calibri"/>
              </a:rPr>
              <a:t>USE IMAGES/GIFS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Application>LibreOffice/25.8.7.3$Linux_X86_64 LibreOffice_project/580$Build-3</Application>
  <AppVersion>15.0000</AppVersion>
  <Words>152</Words>
  <Paragraphs>18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2021-12-17T12:45:32Z</dcterms:created>
  <dc:creator>Vandaele Yosha</dc:creator>
  <dc:description/>
  <dc:language>en-GB</dc:language>
  <cp:lastModifiedBy/>
  <dcterms:modified xsi:type="dcterms:W3CDTF">2026-06-07T19:44:07Z</dcterms:modified>
  <cp:revision>5</cp:revision>
  <dc:subject/>
  <dc:title>GPP Exam: Zombie AI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  <property fmtid="{D5CDD505-2E9C-101B-9397-08002B2CF9AE}" pid="5" name="PresentationFormat">
    <vt:lpwstr>Widescreen</vt:lpwstr>
  </property>
  <property fmtid="{D5CDD505-2E9C-101B-9397-08002B2CF9AE}" pid="6" name="Slides">
    <vt:i4>7</vt:i4>
  </property>
</Properties>
</file>