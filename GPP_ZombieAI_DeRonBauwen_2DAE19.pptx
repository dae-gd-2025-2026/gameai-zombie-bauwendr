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A92683-43CC-4909-972E-025FFC59BC8A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B4D51D-F484-4BB8-9B59-6D6B94533427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CF795E-BD00-4BDD-9FF1-178D94B6FDE6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C7144-FE9D-4791-8FFB-B79AE33B2B12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4FBB14-D8AA-47E9-B297-40570EBC2B6E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82839C-60EF-426D-BE3A-8AC66E292150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B3A9DF-E6AB-4294-AFC9-BBC8760E3C9C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7B249-DA8E-42FB-B517-B0010885C414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EA9AF6-AECD-4D53-B3FE-6A2D15EED0DF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9026F9-8F3C-47AA-9236-07AE45156985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B24FDE-919A-4FD9-AA73-B63DEBD6EB79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GPP Exam: Zombie AI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Bauwen De Ron 2DAE19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Decision Making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"/>
          <p:cNvPicPr/>
          <p:nvPr/>
        </p:nvPicPr>
        <p:blipFill>
          <a:blip r:embed="rId1"/>
          <a:stretch/>
        </p:blipFill>
        <p:spPr>
          <a:xfrm>
            <a:off x="1035720" y="1440000"/>
            <a:ext cx="8864280" cy="496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Enemy handling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i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How does your agent deal with enemies (aiming, shooting, item usage, avoidance, hiding, usage of sprint, …)?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i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USE IMAGES/GIFS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Inventory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i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How does your agent manage the inventory (inventory organization, item usage, picking up and remembering items,…)? 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Movement - Steering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i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How many steering behaviors does it use? Does it use blended steering?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Movement - Exploration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i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How does your agent explore the world ( how does it traverse the world, when and why does it visit houses, does it have a memory?)?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i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USE IMAGES/GIFS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LibreOffice/25.8.7.3$Linux_X86_64 LibreOffice_project/580$Build-3</Application>
  <AppVersion>15.0000</AppVersion>
  <Words>152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2021-12-17T12:45:32Z</dcterms:created>
  <dc:creator>Vandaele Yosha</dc:creator>
  <dc:description/>
  <dc:language>en-GB</dc:language>
  <cp:lastModifiedBy/>
  <dcterms:modified xsi:type="dcterms:W3CDTF">2026-06-07T18:09:52Z</dcterms:modified>
  <cp:revision>3</cp:revision>
  <dc:subject/>
  <dc:title>GPP Exam: Zombie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  <property fmtid="{D5CDD505-2E9C-101B-9397-08002B2CF9AE}" pid="5" name="PresentationFormat">
    <vt:lpwstr>Widescreen</vt:lpwstr>
  </property>
  <property fmtid="{D5CDD505-2E9C-101B-9397-08002B2CF9AE}" pid="6" name="Slides">
    <vt:i4>7</vt:i4>
  </property>
</Properties>
</file>